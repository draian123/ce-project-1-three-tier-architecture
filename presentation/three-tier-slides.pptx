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ENGINEERING · PROJECT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Cloud Architecture on AWS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internet-facing, load-balanced application across two Availability Zones, with a fully isolated data tier — built for high availability, least-privilege security, and cost awareness.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Dennis   ·   us-east-1   ·   2026-07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937760" y="14173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6F7F9"/>
          </a:solidFill>
          <a:ln w="12700">
            <a:solidFill>
              <a:srgbClr val="DB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417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 (0.0.0.0/0)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881360" cy="36576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9050">
            <a:solidFill>
              <a:srgbClr val="3B5B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42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· 10.0.0.0/16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Zone · us-east-1a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2880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Zone · us-east-1b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200400"/>
            <a:ext cx="7680960" cy="621792"/>
          </a:xfrm>
          <a:prstGeom prst="roundRect">
            <a:avLst>
              <a:gd name="adj" fmla="val 8824"/>
            </a:avLst>
          </a:prstGeom>
          <a:solidFill>
            <a:srgbClr val="F0F7FB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004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Load Balancer</a:t>
            </a:r>
            <a:pPr algn="ctr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internet-facing · listener :80 (HTTP) · /health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0" y="3200400"/>
            <a:ext cx="2468880" cy="621792"/>
          </a:xfrm>
          <a:prstGeom prst="roundRect">
            <a:avLst>
              <a:gd name="adj" fmla="val 8824"/>
            </a:avLst>
          </a:prstGeom>
          <a:solidFill>
            <a:srgbClr val="F0F7FB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320040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Gateway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only · EIP 3.219.62.36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160520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2FBF9"/>
          </a:solidFill>
          <a:ln w="19050">
            <a:solidFill>
              <a:srgbClr val="0E7C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6052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EC2 ×2  ·  private-subnet-1a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 IP · ALB target group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4160520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2FBF9"/>
          </a:solidFill>
          <a:ln w="19050">
            <a:solidFill>
              <a:srgbClr val="0E7C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16052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EC2 ×1  ·  private-subnet-1b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 IP · ALB target group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5138928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8F6FF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138928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DB  ·  data-subnet-1a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:3306 · isolated (no internet)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0" y="5138928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8F6FF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5138928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standby  ·  data-subnet-1b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table: local only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1874520"/>
            <a:ext cx="0" cy="1325880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846320" y="2286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Internet Gateway  ·  :80 / :443 from 0.0.0.0/0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3822192"/>
            <a:ext cx="0" cy="338328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520440" y="3840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 SG  ─▶  App SG   :80 (HTTP)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4818888"/>
            <a:ext cx="0" cy="320040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520440" y="48371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SG  ─▶  Data SG   :3306 / :5432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760720" y="4297680"/>
            <a:ext cx="3017520" cy="-685800"/>
          </a:xfrm>
          <a:prstGeom prst="line">
            <a:avLst/>
          </a:prstGeom>
          <a:noFill/>
          <a:ln w="19050">
            <a:solidFill>
              <a:srgbClr val="8A94A3"/>
            </a:solidFill>
            <a:prstDash val="dash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858000" y="3657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→ IGW → ALB → app EC2 → data · NAT Gateway for private-subnet egress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us-east-1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CIDR plan that encodes tier &amp; AZ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  10.0.1.0/24 · 10.0.2.0/24     → public-rt → Internet Gateway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     10.0.11.0/24 · 10.0.12.0/24   → app-rt → NAT (outbound only)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    10.0.21.0/24 · 10.0.22.0/24   → data-rt → local only (no internet)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octet encodes the tier (1 / 11 / 21), last digit the AZ. Route tables and security-group rules become self-documenting. /16 VPC + /24 subnets leaves room to grow and avoids the “/28 too small” pitfall.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subnets · 2 AZs · IGW + 1 NAT Gateway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ARCHITECTURE.md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depth, least privilege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515600" cy="685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B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 —80/443→  ALB SG  —80→  App SG  —3306/5432→  Data SG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reaches only the ALB — never an app or DB host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accepts traffic only from the ALB security group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accepts traffic only from the App security group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tiers have no public IP; data subnet has no internet route (protected twice)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 via SSM — no SSH, no bastion, no port 22 open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groups reference other SGs, not IP ranges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SECURITY.md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Verified: balanced &amp; self-healing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DB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healthy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92024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DB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2103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6/6/6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1772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requests, even across instances &amp; AZs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DB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103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22960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auto-recovery after instance stop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Failover: 93% of requests succeeded during the ~20s detection window, 100% after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with no manual step — systemd restarts the app, ALB re-registers the target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private tiers confirmed with no public IP; only the ALB answered from the internet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output in tests/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test-results.md · failover-test.md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~$101/month — and where it goes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DB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Gateway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92024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DB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2103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1772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Load Balancer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DB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103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22960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 t3.micro EC2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+ ALB are ~57% of the bill and run regardless of traffic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lever = don’t leave it running idle → ~50–70% saving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Further: S3/SSM VPC endpoints, Graviton t4g, Savings Plans for production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on-demand, us-east-1, 24/7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COSTS.md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broke, and how I fixed 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6070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Blackholed NAT route — reused VPC pointed at a deleted NAT → created a new NAT + EIP, repaired the route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Data-tier isolation — all private subnets shared one route table → split data onto its own, no internet route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private hosts — no SSH → used SSM Session Manager / Run Command (no keys, no bastion)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 gotcha — Git Bash rewrote /health into a path → fixed with MSYS_NO_PATHCONV=1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IMPROVEMENTS &amp; 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production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term
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listener + ACM certificate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Scaling Group (real self-healing)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Per-AZ NAT · CloudWatch alarms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82880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term
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Multi-AZ database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 (Terraform)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· WAF · multi-region DR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 did it again: start with IaC and an ASG from day one — same effort, real self-healing.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gap: single NAT in AZ-a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IMPROVEMENTS.md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Designed, built, and tested a production-shaped 3-tier architecture: multi-AZ HA, least-privilege security, isolated data tier, and a documented cost model.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ready · http://ce-app-alb-1960431634.us-east-1.elb.amazonaws.com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3-Tier Cloud Architecture</dc:title>
  <dc:subject>PptxGenJS Presentation</dc:subject>
  <dc:creator>Dennis</dc:creator>
  <cp:lastModifiedBy>Dennis</cp:lastModifiedBy>
  <cp:revision>1</cp:revision>
  <dcterms:created xsi:type="dcterms:W3CDTF">2026-07-23T13:37:18Z</dcterms:created>
  <dcterms:modified xsi:type="dcterms:W3CDTF">2026-07-23T13:37:18Z</dcterms:modified>
</cp:coreProperties>
</file>