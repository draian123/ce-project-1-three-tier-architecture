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ENGINEERING · PROJECT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Cloud Architecture on AWS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Designed, built, secured, tested, and cost-analyzed — presented through the live AWS console.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Dennis   ·   us-east-1   ·   2026-07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at a glance</a:t>
            </a:r>
            <a:endParaRPr lang="en-US" sz="2700" dirty="0"/>
          </a:p>
        </p:txBody>
      </p:sp>
      <p:pic>
        <p:nvPicPr>
          <p:cNvPr id="5" name="Image 0" descr="C:/Users/beite/Desktop/IRONHACK/Cloud Engineering/week3/project-1-3-tier-cloud-architecture/architecture/architecture-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371600"/>
            <a:ext cx="108813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FOUNDATION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subnets — 6 subnets across 2 AZs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1-vpc-subne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VPC, 10.0.0.0/16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public + 2 app + 2 data subnets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across us-east-1a and 1b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 each — room to grow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01-vpc-subnets.png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FOUNDATION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Data-tier isolation — route table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2-route-tables-only-loc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data-rt has only the local route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0.0.0.0/0 → no path to the internet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by routing, not just firewall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02-route-tables-only-local.png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tier security groups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3-security-grou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7C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 → App → Data chain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SG per tier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trusts only the tier in front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03-security-groups.png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privilege — App SG inbound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4-app-sg-ru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7C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SG: :80 from ALB SG only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SG-to-SG reference, not IP ranges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hits to instances are dropped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04-app-sg-rules.png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EC2 instances across both AZs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5-instan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7C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instances + data nodes running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subnets, no public IP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over us-east-1a / 1b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05-instances.png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Load Balancer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6-load-balanc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Internet-facing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Listeners :80 (HTTP) and :443 (HTTPS)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Spans both Availability Zones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06-load-balancer.png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group — 3/3 healthy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7-target-gro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80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targets healthy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check: GET /health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load-balancing: app-load-balancing.gif (repo)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07-target-group.png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AVAILABILITY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Scaling Group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8-as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3 / desired 3 / max 4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failed instances automatically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Instances across 2 AZs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08-asg.png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AVAILABILITY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target-tracking policy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09-asg-scaling-polic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on average CPU = 50%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out to 4 under load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of 3 guarantees the HA baseline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09-asg-scaling-policy.png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ADD-ON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— ACM certificate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10-acm-https-ce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on the ALB (:443)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ACM-managed certificate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Self-signed for the demo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10-acm-https-cert.png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CloudWatch alarms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11-cloudwatch-alar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Unhealthy hosts + target 5XX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Alerting on the ALB health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billing guardrail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11-cloudwatch-alarms.png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Flow Logs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12-flow-lo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VPC traffic → CloudWatch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forensics &amp; troubleshooting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at the VPC level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12-flow-logs.png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Multi-AZ data — primary + standby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15-data-instan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in 1a, standby in 1b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fails over primary → standby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subnets, app-tier access only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15-data-instances.png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app over HTTP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12-app-htt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E7C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Instance-id + AZ shown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tier: Connected (Multi-AZ)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= different instance (balanced)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12-app-http.png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app over HTTPS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315200" cy="4846320"/>
          </a:xfrm>
          <a:prstGeom prst="roundRect">
            <a:avLst>
              <a:gd name="adj" fmla="val 943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pic>
        <p:nvPicPr>
          <p:cNvPr id="6" name="Image 0" descr="C:/Users/beite/Desktop/IRONHACK/Cloud Engineering/week3/project-1-3-tier-cloud-architecture/presentation/screenshots/14-app-htt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72768"/>
            <a:ext cx="7040880" cy="46268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737360"/>
            <a:ext cx="3566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app over TLS :443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 warning expected (self-signed)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0" y="6035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14-app-https.png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Verified: balanced, self-healing, Multi-AZ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healthy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900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201168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6/6/6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6616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load spread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01168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35508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auto-recovery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0684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201168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failover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14400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primary→standby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56616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Load: 18 requests spread evenly across all 3 instances and both AZs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App-tier failover: stop an instance → ALB routes around it, ASG relaunches it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Data-tier failover: stop the primary → app flips to the standby, stays up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output in tests/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6446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test-results.md · failover-test.md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~$101/month running — $0 when torn down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Gateway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900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201168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6616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01168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35508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EC2 (ASG+data)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0684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2700">
            <a:solidFill>
              <a:srgbClr val="DBE1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201168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14400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teardown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56616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+ ALB are ~57% of the bill and run regardless of traffic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lever = don't leave it running idle (stop/start script, or full teardown)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 down after capturing evidence — presenting from screenshots, $0 ongoing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on-demand, us-east-1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6446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COSTS.md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SOLUTIONS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broke, and how I fixed it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6070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Blackholed NAT route — reused VPC pointed at a deleted NAT → new NAT + EIP, repaired route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Data-tier isolation — split the data subnets onto their own route table, no internet route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scale-in dropped below 3 — raised the ASG floor to min 3 to hold the HA baseline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private hosts — used SSM (no SSH, no bastion); Git Bash path gotcha → MSYS_NO_PATHCONV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IMPROVEMENTS &amp; 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production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52120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as bonus
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Scaling Group + CPU scaling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/ ACM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Flow Logs + alarms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Multi-AZ data tier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09360" y="173736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
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RDS Multi-AZ (managed)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Per-AZ NAT · ACM public cert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(Terraform)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· WAF · multi-region DR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0" y="6446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IMPROVEMENTS.md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B5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9319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production-shaped 3-tier architecture: multi-AZ HA, least-privilege security, auto-scaling, HTTPS, monitoring, and a Multi-AZ data tier — all evidenced in the AWS console.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Dennis · CE Project 1 · github.com/Draian123/ce-project-1-three-tier-architecture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3-Tier Cloud Architecture</dc:title>
  <dc:subject>PptxGenJS Presentation</dc:subject>
  <dc:creator>Dennis</dc:creator>
  <cp:lastModifiedBy>Dennis</cp:lastModifiedBy>
  <cp:revision>1</cp:revision>
  <dcterms:created xsi:type="dcterms:W3CDTF">2026-07-23T21:13:03Z</dcterms:created>
  <dcterms:modified xsi:type="dcterms:W3CDTF">2026-07-23T21:13:03Z</dcterms:modified>
</cp:coreProperties>
</file>